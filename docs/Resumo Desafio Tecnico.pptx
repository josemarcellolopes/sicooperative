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Desafio</a:t>
            </a:r>
            <a:r>
              <a:rPr dirty="0"/>
              <a:t> Técnico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Arquitetura e Engenharia de Dados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 </a:t>
            </a:r>
            <a:r>
              <a:rPr sz="2400" dirty="0" err="1"/>
              <a:t>empresa</a:t>
            </a:r>
            <a:r>
              <a:rPr sz="2400" dirty="0"/>
              <a:t> SiCooperative LTDA </a:t>
            </a:r>
            <a:r>
              <a:rPr sz="2400" dirty="0" err="1"/>
              <a:t>enfrenta</a:t>
            </a:r>
            <a:r>
              <a:rPr sz="2400" dirty="0"/>
              <a:t> </a:t>
            </a:r>
            <a:r>
              <a:rPr sz="2400" dirty="0" err="1"/>
              <a:t>dificuldades</a:t>
            </a:r>
            <a:r>
              <a:rPr sz="2400" dirty="0"/>
              <a:t> </a:t>
            </a:r>
            <a:r>
              <a:rPr sz="2400" dirty="0" err="1"/>
              <a:t>na</a:t>
            </a:r>
            <a:r>
              <a:rPr sz="2400" dirty="0"/>
              <a:t> </a:t>
            </a:r>
            <a:r>
              <a:rPr sz="2400" dirty="0" err="1"/>
              <a:t>centralização</a:t>
            </a:r>
            <a:r>
              <a:rPr sz="2400" dirty="0"/>
              <a:t> de dados, </a:t>
            </a:r>
            <a:r>
              <a:rPr sz="2400" dirty="0" err="1"/>
              <a:t>impactando</a:t>
            </a:r>
            <a:r>
              <a:rPr sz="2400" dirty="0"/>
              <a:t> a </a:t>
            </a:r>
            <a:r>
              <a:rPr sz="2400" dirty="0" err="1"/>
              <a:t>tomada</a:t>
            </a:r>
            <a:r>
              <a:rPr sz="2400" dirty="0"/>
              <a:t> de </a:t>
            </a:r>
            <a:r>
              <a:rPr sz="2400" dirty="0" err="1"/>
              <a:t>decisões</a:t>
            </a:r>
            <a:r>
              <a:rPr sz="2400" dirty="0"/>
              <a:t> de </a:t>
            </a:r>
            <a:r>
              <a:rPr sz="2400" dirty="0" err="1"/>
              <a:t>gestores</a:t>
            </a:r>
            <a:r>
              <a:rPr sz="2400" dirty="0"/>
              <a:t> e </a:t>
            </a:r>
            <a:r>
              <a:rPr sz="2400" dirty="0" err="1"/>
              <a:t>diretores</a:t>
            </a:r>
            <a:r>
              <a:rPr sz="2400" dirty="0"/>
              <a:t>. </a:t>
            </a:r>
          </a:p>
          <a:p>
            <a:endParaRPr sz="2400" dirty="0"/>
          </a:p>
          <a:p>
            <a:r>
              <a:rPr sz="2400" dirty="0" err="1"/>
              <a:t>Desafios</a:t>
            </a:r>
            <a:r>
              <a:rPr sz="2400" dirty="0"/>
              <a:t>:</a:t>
            </a:r>
          </a:p>
          <a:p>
            <a:r>
              <a:rPr sz="2400" dirty="0" err="1"/>
              <a:t>Perda</a:t>
            </a:r>
            <a:r>
              <a:rPr sz="2400" dirty="0"/>
              <a:t> de tempo </a:t>
            </a:r>
            <a:r>
              <a:rPr sz="2400" dirty="0" err="1"/>
              <a:t>na</a:t>
            </a:r>
            <a:r>
              <a:rPr sz="2400" dirty="0"/>
              <a:t> </a:t>
            </a:r>
            <a:r>
              <a:rPr sz="2400" dirty="0" err="1"/>
              <a:t>criação</a:t>
            </a:r>
            <a:r>
              <a:rPr sz="2400" dirty="0"/>
              <a:t> de </a:t>
            </a:r>
            <a:r>
              <a:rPr sz="2400" dirty="0" err="1"/>
              <a:t>relatórios</a:t>
            </a:r>
            <a:r>
              <a:rPr sz="2400" dirty="0"/>
              <a:t> </a:t>
            </a:r>
            <a:r>
              <a:rPr sz="2400" dirty="0" err="1"/>
              <a:t>individuais</a:t>
            </a:r>
            <a:r>
              <a:rPr sz="2400" dirty="0"/>
              <a:t> e </a:t>
            </a:r>
            <a:r>
              <a:rPr sz="2400" dirty="0" err="1"/>
              <a:t>correlação</a:t>
            </a:r>
            <a:r>
              <a:rPr sz="2400" dirty="0"/>
              <a:t> manual</a:t>
            </a:r>
          </a:p>
          <a:p>
            <a:r>
              <a:rPr sz="2400" dirty="0"/>
              <a:t>Nova equipe de Data Science </a:t>
            </a:r>
            <a:r>
              <a:rPr sz="2400" dirty="0" err="1"/>
              <a:t>precisa</a:t>
            </a:r>
            <a:r>
              <a:rPr sz="2400" dirty="0"/>
              <a:t> de dados </a:t>
            </a:r>
            <a:r>
              <a:rPr sz="2400" dirty="0" err="1"/>
              <a:t>centralizados</a:t>
            </a:r>
            <a:r>
              <a:rPr sz="2400" dirty="0"/>
              <a:t> para </a:t>
            </a:r>
            <a:r>
              <a:rPr sz="2400" dirty="0" err="1"/>
              <a:t>modelos</a:t>
            </a:r>
            <a:r>
              <a:rPr sz="2400" dirty="0"/>
              <a:t> </a:t>
            </a:r>
            <a:r>
              <a:rPr sz="2400" dirty="0" err="1"/>
              <a:t>preditivos</a:t>
            </a:r>
            <a:endParaRPr sz="2400" dirty="0"/>
          </a:p>
          <a:p>
            <a:r>
              <a:rPr sz="2400" dirty="0" err="1"/>
              <a:t>Necessidade</a:t>
            </a:r>
            <a:r>
              <a:rPr sz="2400" dirty="0"/>
              <a:t> de um Data Lake para </a:t>
            </a:r>
            <a:r>
              <a:rPr sz="2400" dirty="0" err="1"/>
              <a:t>melhorar</a:t>
            </a:r>
            <a:r>
              <a:rPr sz="2400" dirty="0"/>
              <a:t> a </a:t>
            </a:r>
            <a:r>
              <a:rPr sz="2400" dirty="0" err="1"/>
              <a:t>gestão</a:t>
            </a:r>
            <a:r>
              <a:rPr sz="2400" dirty="0"/>
              <a:t> de </a:t>
            </a:r>
            <a:r>
              <a:rPr sz="2400" dirty="0" err="1"/>
              <a:t>informações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Solução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Iniciar</a:t>
            </a:r>
            <a:r>
              <a:rPr sz="2400" dirty="0"/>
              <a:t> </a:t>
            </a:r>
            <a:r>
              <a:rPr sz="2400" dirty="0" err="1"/>
              <a:t>uma</a:t>
            </a:r>
            <a:r>
              <a:rPr sz="2400" dirty="0"/>
              <a:t> </a:t>
            </a:r>
            <a:r>
              <a:rPr sz="2400" dirty="0" err="1"/>
              <a:t>Prova</a:t>
            </a:r>
            <a:r>
              <a:rPr sz="2400" dirty="0"/>
              <a:t> de </a:t>
            </a:r>
            <a:r>
              <a:rPr sz="2400" dirty="0" err="1"/>
              <a:t>Conceito</a:t>
            </a:r>
            <a:r>
              <a:rPr sz="2400" dirty="0"/>
              <a:t> (POC) para </a:t>
            </a:r>
            <a:r>
              <a:rPr sz="2400" dirty="0" err="1"/>
              <a:t>criar</a:t>
            </a:r>
            <a:r>
              <a:rPr sz="2400" dirty="0"/>
              <a:t> um Data Lake. </a:t>
            </a:r>
          </a:p>
          <a:p>
            <a:endParaRPr sz="2400" dirty="0"/>
          </a:p>
          <a:p>
            <a:r>
              <a:rPr sz="2400" dirty="0" err="1"/>
              <a:t>Primeira</a:t>
            </a:r>
            <a:r>
              <a:rPr sz="2400" dirty="0"/>
              <a:t> </a:t>
            </a:r>
            <a:r>
              <a:rPr sz="2400" dirty="0" err="1"/>
              <a:t>prioridade</a:t>
            </a:r>
            <a:r>
              <a:rPr sz="2400" dirty="0"/>
              <a:t>: </a:t>
            </a:r>
            <a:r>
              <a:rPr sz="2400" dirty="0" err="1"/>
              <a:t>ingestão</a:t>
            </a:r>
            <a:r>
              <a:rPr sz="2400" dirty="0"/>
              <a:t> de dados de </a:t>
            </a:r>
            <a:r>
              <a:rPr sz="2400" dirty="0" err="1"/>
              <a:t>movimentações</a:t>
            </a:r>
            <a:r>
              <a:rPr sz="2400" dirty="0"/>
              <a:t> dos </a:t>
            </a:r>
            <a:r>
              <a:rPr sz="2400" dirty="0" err="1"/>
              <a:t>cartões</a:t>
            </a:r>
            <a:r>
              <a:rPr sz="2400" dirty="0"/>
              <a:t>. </a:t>
            </a:r>
          </a:p>
          <a:p>
            <a:r>
              <a:rPr sz="2400" dirty="0" err="1"/>
              <a:t>Tabelas</a:t>
            </a:r>
            <a:r>
              <a:rPr sz="2400" dirty="0"/>
              <a:t> </a:t>
            </a:r>
            <a:r>
              <a:rPr sz="2400" dirty="0" err="1"/>
              <a:t>relacionadas</a:t>
            </a:r>
            <a:r>
              <a:rPr sz="2400" dirty="0"/>
              <a:t>:</a:t>
            </a:r>
          </a:p>
          <a:p>
            <a:r>
              <a:rPr sz="2400" dirty="0" err="1"/>
              <a:t>Movimentações</a:t>
            </a:r>
            <a:r>
              <a:rPr sz="2400" dirty="0"/>
              <a:t> dos </a:t>
            </a:r>
            <a:r>
              <a:rPr sz="2400" dirty="0" err="1"/>
              <a:t>cartões</a:t>
            </a:r>
            <a:r>
              <a:rPr sz="2400" dirty="0"/>
              <a:t> (valor e data da </a:t>
            </a:r>
            <a:r>
              <a:rPr sz="2400" dirty="0" err="1"/>
              <a:t>movimentação</a:t>
            </a:r>
            <a:r>
              <a:rPr sz="2400" dirty="0"/>
              <a:t>)</a:t>
            </a:r>
          </a:p>
          <a:p>
            <a:r>
              <a:rPr sz="2400" dirty="0" err="1"/>
              <a:t>Cartão</a:t>
            </a:r>
            <a:r>
              <a:rPr sz="2400" dirty="0"/>
              <a:t> (</a:t>
            </a:r>
            <a:r>
              <a:rPr sz="2400" dirty="0" err="1"/>
              <a:t>informações</a:t>
            </a:r>
            <a:r>
              <a:rPr sz="2400" dirty="0"/>
              <a:t> </a:t>
            </a:r>
            <a:r>
              <a:rPr sz="2400" dirty="0" err="1"/>
              <a:t>adicionais</a:t>
            </a:r>
            <a:r>
              <a:rPr sz="2400" dirty="0"/>
              <a:t> do </a:t>
            </a:r>
            <a:r>
              <a:rPr sz="2400" dirty="0" err="1"/>
              <a:t>cartão</a:t>
            </a:r>
            <a:r>
              <a:rPr sz="2400" dirty="0"/>
              <a:t>)</a:t>
            </a:r>
          </a:p>
          <a:p>
            <a:r>
              <a:rPr sz="2400" dirty="0"/>
              <a:t>Conta (</a:t>
            </a:r>
            <a:r>
              <a:rPr sz="2400" dirty="0" err="1"/>
              <a:t>contas</a:t>
            </a:r>
            <a:r>
              <a:rPr sz="2400" dirty="0"/>
              <a:t> </a:t>
            </a:r>
            <a:r>
              <a:rPr sz="2400" dirty="0" err="1"/>
              <a:t>associadas</a:t>
            </a:r>
            <a:r>
              <a:rPr sz="2400" dirty="0"/>
              <a:t> </a:t>
            </a:r>
            <a:r>
              <a:rPr sz="2400" dirty="0" err="1"/>
              <a:t>aos</a:t>
            </a:r>
            <a:r>
              <a:rPr sz="2400" dirty="0"/>
              <a:t> </a:t>
            </a:r>
            <a:r>
              <a:rPr sz="2400" dirty="0" err="1"/>
              <a:t>cartões</a:t>
            </a:r>
            <a:r>
              <a:rPr sz="2400" dirty="0"/>
              <a:t>)</a:t>
            </a:r>
            <a:endParaRPr lang="pt-BR" sz="2400" dirty="0"/>
          </a:p>
          <a:p>
            <a:r>
              <a:rPr sz="2400" dirty="0"/>
              <a:t> </a:t>
            </a:r>
            <a:r>
              <a:rPr sz="2400" dirty="0" err="1"/>
              <a:t>Associado</a:t>
            </a:r>
            <a:r>
              <a:rPr sz="2400" dirty="0"/>
              <a:t> (dados do </a:t>
            </a:r>
            <a:r>
              <a:rPr sz="2400" dirty="0" err="1"/>
              <a:t>cliente</a:t>
            </a:r>
            <a:r>
              <a:rPr sz="2400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Desafio Técnico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Modelar</a:t>
            </a:r>
            <a:r>
              <a:rPr sz="2400" dirty="0"/>
              <a:t> a </a:t>
            </a:r>
            <a:r>
              <a:rPr sz="2400" dirty="0" err="1"/>
              <a:t>estrutura</a:t>
            </a:r>
            <a:r>
              <a:rPr sz="2400" dirty="0"/>
              <a:t> no banco de dados de </a:t>
            </a:r>
            <a:r>
              <a:rPr sz="2400" dirty="0" err="1"/>
              <a:t>sua</a:t>
            </a:r>
            <a:r>
              <a:rPr sz="2400" dirty="0"/>
              <a:t> </a:t>
            </a:r>
            <a:r>
              <a:rPr sz="2400" dirty="0" err="1"/>
              <a:t>preferência</a:t>
            </a:r>
            <a:r>
              <a:rPr sz="2400" dirty="0"/>
              <a:t> (MySQL, PostgreSQL).</a:t>
            </a:r>
          </a:p>
          <a:p>
            <a:r>
              <a:rPr sz="2400" dirty="0" err="1"/>
              <a:t>Inserir</a:t>
            </a:r>
            <a:r>
              <a:rPr sz="2400" dirty="0"/>
              <a:t> </a:t>
            </a:r>
            <a:r>
              <a:rPr sz="2400" dirty="0" err="1"/>
              <a:t>uma</a:t>
            </a:r>
            <a:r>
              <a:rPr sz="2400" dirty="0"/>
              <a:t> </a:t>
            </a:r>
            <a:r>
              <a:rPr sz="2400" dirty="0" err="1"/>
              <a:t>massa</a:t>
            </a:r>
            <a:r>
              <a:rPr sz="2400" dirty="0"/>
              <a:t> de dados </a:t>
            </a:r>
            <a:r>
              <a:rPr sz="2400" dirty="0" err="1"/>
              <a:t>fictícia</a:t>
            </a:r>
            <a:r>
              <a:rPr sz="2400" dirty="0"/>
              <a:t>.</a:t>
            </a:r>
          </a:p>
          <a:p>
            <a:r>
              <a:rPr sz="2400" dirty="0" err="1"/>
              <a:t>Criar</a:t>
            </a:r>
            <a:r>
              <a:rPr sz="2400" dirty="0"/>
              <a:t> um </a:t>
            </a:r>
            <a:r>
              <a:rPr sz="2400" dirty="0" err="1"/>
              <a:t>componente</a:t>
            </a:r>
            <a:r>
              <a:rPr sz="2400" dirty="0"/>
              <a:t> para </a:t>
            </a:r>
            <a:r>
              <a:rPr sz="2400" dirty="0" err="1"/>
              <a:t>ler</a:t>
            </a:r>
            <a:r>
              <a:rPr sz="2400" dirty="0"/>
              <a:t> </a:t>
            </a:r>
            <a:r>
              <a:rPr sz="2400" dirty="0" err="1"/>
              <a:t>os</a:t>
            </a:r>
            <a:r>
              <a:rPr sz="2400" dirty="0"/>
              <a:t> dados e </a:t>
            </a:r>
            <a:r>
              <a:rPr sz="2400" dirty="0" err="1"/>
              <a:t>gerar</a:t>
            </a:r>
            <a:r>
              <a:rPr sz="2400" dirty="0"/>
              <a:t> um </a:t>
            </a:r>
            <a:r>
              <a:rPr sz="2400" dirty="0" err="1"/>
              <a:t>único</a:t>
            </a:r>
            <a:r>
              <a:rPr sz="2400" dirty="0"/>
              <a:t> </a:t>
            </a:r>
            <a:r>
              <a:rPr sz="2400" dirty="0" err="1"/>
              <a:t>arquivo</a:t>
            </a:r>
            <a:r>
              <a:rPr sz="2400" dirty="0"/>
              <a:t> flat.</a:t>
            </a:r>
          </a:p>
          <a:p>
            <a:r>
              <a:rPr sz="2400" dirty="0" err="1"/>
              <a:t>Utilizar</a:t>
            </a:r>
            <a:r>
              <a:rPr sz="2400" dirty="0"/>
              <a:t> um framework de Big Data para </a:t>
            </a:r>
            <a:r>
              <a:rPr sz="2400" dirty="0" err="1"/>
              <a:t>processamento</a:t>
            </a:r>
            <a:r>
              <a:rPr sz="2400" dirty="0"/>
              <a:t> </a:t>
            </a:r>
            <a:r>
              <a:rPr sz="2400" dirty="0" err="1"/>
              <a:t>distribuído</a:t>
            </a:r>
            <a:r>
              <a:rPr sz="2400" dirty="0"/>
              <a:t> (Hadoop, Spark, etc.).</a:t>
            </a:r>
          </a:p>
          <a:p>
            <a:r>
              <a:rPr sz="2400" dirty="0" err="1"/>
              <a:t>Escrever</a:t>
            </a:r>
            <a:r>
              <a:rPr sz="2400" dirty="0"/>
              <a:t> um </a:t>
            </a:r>
            <a:r>
              <a:rPr sz="2400" dirty="0" err="1"/>
              <a:t>arquivo</a:t>
            </a:r>
            <a:r>
              <a:rPr sz="2400" dirty="0"/>
              <a:t> CSV </a:t>
            </a:r>
            <a:r>
              <a:rPr sz="2400" dirty="0" err="1"/>
              <a:t>em</a:t>
            </a:r>
            <a:r>
              <a:rPr sz="2400" dirty="0"/>
              <a:t> um </a:t>
            </a:r>
            <a:r>
              <a:rPr sz="2400" dirty="0" err="1"/>
              <a:t>diretório</a:t>
            </a:r>
            <a:r>
              <a:rPr sz="2400" dirty="0"/>
              <a:t> </a:t>
            </a:r>
            <a:r>
              <a:rPr sz="2400" dirty="0" err="1"/>
              <a:t>parametrizado</a:t>
            </a:r>
            <a:r>
              <a:rPr sz="2400" dirty="0"/>
              <a:t>.</a:t>
            </a:r>
          </a:p>
          <a:p>
            <a:r>
              <a:rPr sz="2400" dirty="0" err="1"/>
              <a:t>Disponibilizar</a:t>
            </a:r>
            <a:r>
              <a:rPr sz="2400" dirty="0"/>
              <a:t> o </a:t>
            </a:r>
            <a:r>
              <a:rPr sz="2400" dirty="0" err="1"/>
              <a:t>projeto</a:t>
            </a:r>
            <a:r>
              <a:rPr sz="2400" dirty="0"/>
              <a:t> </a:t>
            </a:r>
            <a:r>
              <a:rPr sz="2400" dirty="0" err="1"/>
              <a:t>em</a:t>
            </a:r>
            <a:r>
              <a:rPr sz="2400" dirty="0"/>
              <a:t> um </a:t>
            </a:r>
            <a:r>
              <a:rPr sz="2400" dirty="0" err="1"/>
              <a:t>repositório</a:t>
            </a:r>
            <a:r>
              <a:rPr sz="2400" dirty="0"/>
              <a:t> privado no GitHub.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Bônus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Provisionar</a:t>
            </a:r>
            <a:r>
              <a:rPr sz="2400" dirty="0"/>
              <a:t> o </a:t>
            </a:r>
            <a:r>
              <a:rPr sz="2400" dirty="0" err="1"/>
              <a:t>ambiente</a:t>
            </a:r>
            <a:r>
              <a:rPr sz="2400" dirty="0"/>
              <a:t> e </a:t>
            </a:r>
            <a:r>
              <a:rPr sz="2400" dirty="0" err="1"/>
              <a:t>executar</a:t>
            </a:r>
            <a:r>
              <a:rPr sz="2400" dirty="0"/>
              <a:t> o </a:t>
            </a:r>
            <a:r>
              <a:rPr sz="2400" dirty="0" err="1"/>
              <a:t>processo</a:t>
            </a:r>
            <a:r>
              <a:rPr sz="2400" dirty="0"/>
              <a:t> </a:t>
            </a:r>
            <a:r>
              <a:rPr sz="2400" dirty="0" err="1"/>
              <a:t>automatizado</a:t>
            </a:r>
            <a:r>
              <a:rPr sz="2400" dirty="0"/>
              <a:t> com Docker.</a:t>
            </a:r>
          </a:p>
          <a:p>
            <a:r>
              <a:rPr sz="2400" dirty="0" err="1"/>
              <a:t>Criar</a:t>
            </a:r>
            <a:r>
              <a:rPr sz="2400" dirty="0"/>
              <a:t> testes </a:t>
            </a:r>
            <a:r>
              <a:rPr sz="2400" dirty="0" err="1"/>
              <a:t>unitários</a:t>
            </a:r>
            <a:r>
              <a:rPr sz="2400" dirty="0"/>
              <a:t> para </a:t>
            </a:r>
            <a:r>
              <a:rPr sz="2400" dirty="0" err="1"/>
              <a:t>cobrir</a:t>
            </a:r>
            <a:r>
              <a:rPr sz="2400" dirty="0"/>
              <a:t> partes </a:t>
            </a:r>
            <a:r>
              <a:rPr sz="2400" dirty="0" err="1"/>
              <a:t>essenciais</a:t>
            </a:r>
            <a:r>
              <a:rPr sz="2400" dirty="0"/>
              <a:t> do </a:t>
            </a:r>
            <a:r>
              <a:rPr sz="2400" dirty="0" err="1"/>
              <a:t>fluxo</a:t>
            </a:r>
            <a:r>
              <a:rPr sz="2400" dirty="0"/>
              <a:t>.</a:t>
            </a:r>
          </a:p>
          <a:p>
            <a:r>
              <a:rPr sz="2400" dirty="0" err="1"/>
              <a:t>Documentar</a:t>
            </a:r>
            <a:r>
              <a:rPr sz="2400" dirty="0"/>
              <a:t> no README:</a:t>
            </a:r>
          </a:p>
          <a:p>
            <a:r>
              <a:rPr sz="2400" dirty="0" err="1"/>
              <a:t>Escolhas</a:t>
            </a:r>
            <a:r>
              <a:rPr sz="2400" dirty="0"/>
              <a:t> de design</a:t>
            </a:r>
          </a:p>
          <a:p>
            <a:r>
              <a:rPr sz="2400" dirty="0"/>
              <a:t>O que </a:t>
            </a:r>
            <a:r>
              <a:rPr sz="2400" dirty="0" err="1"/>
              <a:t>faria</a:t>
            </a:r>
            <a:r>
              <a:rPr sz="2400" dirty="0"/>
              <a:t> se </a:t>
            </a:r>
            <a:r>
              <a:rPr sz="2400" dirty="0" err="1"/>
              <a:t>houvesse</a:t>
            </a:r>
            <a:r>
              <a:rPr sz="2400" dirty="0"/>
              <a:t> </a:t>
            </a:r>
            <a:r>
              <a:rPr sz="2400" dirty="0" err="1"/>
              <a:t>mais</a:t>
            </a:r>
            <a:r>
              <a:rPr sz="2400" dirty="0"/>
              <a:t> tempo</a:t>
            </a:r>
          </a:p>
          <a:p>
            <a:r>
              <a:rPr sz="2400" dirty="0" err="1"/>
              <a:t>Dificuldades</a:t>
            </a:r>
            <a:r>
              <a:rPr sz="2400" dirty="0"/>
              <a:t> </a:t>
            </a:r>
            <a:r>
              <a:rPr sz="2400" dirty="0" err="1"/>
              <a:t>encontradas</a:t>
            </a:r>
            <a:endParaRPr sz="2400" dirty="0"/>
          </a:p>
          <a:p>
            <a:r>
              <a:rPr sz="2400" dirty="0" err="1"/>
              <a:t>Incluir</a:t>
            </a:r>
            <a:r>
              <a:rPr sz="2400" dirty="0"/>
              <a:t> </a:t>
            </a:r>
            <a:r>
              <a:rPr sz="2400" dirty="0" err="1"/>
              <a:t>todos</a:t>
            </a:r>
            <a:r>
              <a:rPr sz="2400" dirty="0"/>
              <a:t> </a:t>
            </a:r>
            <a:r>
              <a:rPr sz="2400" dirty="0" err="1"/>
              <a:t>os</a:t>
            </a:r>
            <a:r>
              <a:rPr sz="2400" dirty="0"/>
              <a:t> scripts </a:t>
            </a:r>
            <a:r>
              <a:rPr sz="2400" dirty="0" err="1"/>
              <a:t>utilizados</a:t>
            </a:r>
            <a:r>
              <a:rPr sz="2400" dirty="0"/>
              <a:t> no </a:t>
            </a:r>
            <a:r>
              <a:rPr sz="2400" dirty="0" err="1"/>
              <a:t>projeto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248</Words>
  <Application>Microsoft Office PowerPoint</Application>
  <PresentationFormat>Apresentação na tela (4:3)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Desafio Técnico</vt:lpstr>
      <vt:lpstr>O Problema</vt:lpstr>
      <vt:lpstr>Solução Proposta</vt:lpstr>
      <vt:lpstr>O Desafio Técnico</vt:lpstr>
      <vt:lpstr>Requisitos Bônus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José Marcello Oliveira</cp:lastModifiedBy>
  <cp:revision>2</cp:revision>
  <dcterms:created xsi:type="dcterms:W3CDTF">2013-01-27T09:14:16Z</dcterms:created>
  <dcterms:modified xsi:type="dcterms:W3CDTF">2025-03-06T20:38:33Z</dcterms:modified>
  <cp:category/>
</cp:coreProperties>
</file>